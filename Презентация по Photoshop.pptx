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2" r:id="rId4"/>
    <p:sldId id="260" r:id="rId5"/>
    <p:sldId id="264" r:id="rId6"/>
    <p:sldId id="265" r:id="rId7"/>
    <p:sldId id="266" r:id="rId8"/>
  </p:sldIdLst>
  <p:sldSz cx="9144000" cy="6858000" type="screen4x3"/>
  <p:notesSz cx="6858000" cy="9144000"/>
  <p:custDataLst>
    <p:tags r:id="rId1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C53"/>
    <a:srgbClr val="434965"/>
    <a:srgbClr val="57B0B9"/>
    <a:srgbClr val="4C5372"/>
    <a:srgbClr val="5F5F5F"/>
    <a:srgbClr val="052D6F"/>
    <a:srgbClr val="0F0985"/>
    <a:srgbClr val="92BFDE"/>
    <a:srgbClr val="6666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04" autoAdjust="0"/>
  </p:normalViewPr>
  <p:slideViewPr>
    <p:cSldViewPr>
      <p:cViewPr varScale="1">
        <p:scale>
          <a:sx n="97" d="100"/>
          <a:sy n="97" d="100"/>
        </p:scale>
        <p:origin x="11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A9F614-BAA6-41D6-9B25-BF9725764DA3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D4F6B4DB-1149-48E2-9E6F-85B77BE68EF7}">
      <dgm:prSet phldrT="[Текст]" custT="1"/>
      <dgm:spPr/>
      <dgm:t>
        <a:bodyPr/>
        <a:lstStyle/>
        <a:p>
          <a:r>
            <a:rPr lang="en-US" sz="1400" dirty="0" smtClean="0">
              <a:solidFill>
                <a:srgbClr val="434965"/>
              </a:solidFill>
            </a:rPr>
            <a:t>Photoshop</a:t>
          </a:r>
          <a:endParaRPr lang="ru-RU" sz="1400" dirty="0">
            <a:solidFill>
              <a:srgbClr val="434965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CA7F3AB6-11F7-41A8-8768-2AA9B74C02C1}" type="parTrans" cxnId="{C73C3161-3A9D-4F6B-8D92-CEB490372252}">
      <dgm:prSet/>
      <dgm:spPr/>
      <dgm:t>
        <a:bodyPr/>
        <a:lstStyle/>
        <a:p>
          <a:endParaRPr lang="ru-RU"/>
        </a:p>
      </dgm:t>
    </dgm:pt>
    <dgm:pt modelId="{22BE6CF9-E152-4E2C-8C53-7774303C33E4}" type="sibTrans" cxnId="{C73C3161-3A9D-4F6B-8D92-CEB490372252}">
      <dgm:prSet/>
      <dgm:spPr/>
      <dgm:t>
        <a:bodyPr/>
        <a:lstStyle/>
        <a:p>
          <a:endParaRPr lang="ru-RU"/>
        </a:p>
      </dgm:t>
    </dgm:pt>
    <dgm:pt modelId="{CF84FB52-3A67-4C29-9A5D-AADD01C47DFE}">
      <dgm:prSet phldrT="[Текст]" custT="1"/>
      <dgm:spPr/>
      <dgm:t>
        <a:bodyPr/>
        <a:lstStyle/>
        <a:p>
          <a:r>
            <a:rPr lang="ru-RU" sz="1400" dirty="0" smtClean="0">
              <a:solidFill>
                <a:srgbClr val="434965"/>
              </a:solidFill>
            </a:rPr>
            <a:t>Инструменты </a:t>
          </a:r>
          <a:r>
            <a:rPr lang="en-US" sz="1400" dirty="0" smtClean="0">
              <a:solidFill>
                <a:srgbClr val="434965"/>
              </a:solidFill>
            </a:rPr>
            <a:t>Photoshop</a:t>
          </a:r>
          <a:endParaRPr lang="ru-RU" sz="1400" dirty="0">
            <a:solidFill>
              <a:srgbClr val="434965"/>
            </a:solidFill>
          </a:endParaRPr>
        </a:p>
      </dgm:t>
    </dgm:pt>
    <dgm:pt modelId="{AA2C3E5C-3AB3-458E-8603-DA946B61B50A}" type="parTrans" cxnId="{8340C01B-C2E1-4C15-814C-825020F6E9B8}">
      <dgm:prSet/>
      <dgm:spPr/>
      <dgm:t>
        <a:bodyPr/>
        <a:lstStyle/>
        <a:p>
          <a:endParaRPr lang="ru-RU"/>
        </a:p>
      </dgm:t>
    </dgm:pt>
    <dgm:pt modelId="{6ECB76A8-98A3-4114-8274-6DD999276CFF}" type="sibTrans" cxnId="{8340C01B-C2E1-4C15-814C-825020F6E9B8}">
      <dgm:prSet custT="1"/>
      <dgm:spPr/>
      <dgm:t>
        <a:bodyPr/>
        <a:lstStyle/>
        <a:p>
          <a:r>
            <a:rPr lang="ru-RU" sz="1400" dirty="0" smtClean="0">
              <a:solidFill>
                <a:srgbClr val="434965"/>
              </a:solidFill>
            </a:rPr>
            <a:t>Альтернативы</a:t>
          </a:r>
          <a:endParaRPr lang="ru-RU" sz="1400" dirty="0"/>
        </a:p>
      </dgm:t>
    </dgm:pt>
    <dgm:pt modelId="{482055CB-90E0-4C34-8CE8-476F509F72F9}">
      <dgm:prSet phldrT="[Текст]"/>
      <dgm:spPr/>
      <dgm:t>
        <a:bodyPr/>
        <a:lstStyle/>
        <a:p>
          <a:endParaRPr lang="ru-RU" dirty="0">
            <a:solidFill>
              <a:srgbClr val="434965"/>
            </a:solidFill>
          </a:endParaRPr>
        </a:p>
      </dgm:t>
    </dgm:pt>
    <dgm:pt modelId="{C6B52B2C-8DC8-4B97-ADB9-849D23D1C5FF}" type="parTrans" cxnId="{39ADC4F5-5D9F-47FB-80EA-F9F6C0BDDD16}">
      <dgm:prSet/>
      <dgm:spPr/>
      <dgm:t>
        <a:bodyPr/>
        <a:lstStyle/>
        <a:p>
          <a:endParaRPr lang="ru-RU"/>
        </a:p>
      </dgm:t>
    </dgm:pt>
    <dgm:pt modelId="{85D3A304-29B5-4F86-9276-260B54941561}" type="sibTrans" cxnId="{39ADC4F5-5D9F-47FB-80EA-F9F6C0BDDD16}">
      <dgm:prSet/>
      <dgm:spPr/>
      <dgm:t>
        <a:bodyPr/>
        <a:lstStyle/>
        <a:p>
          <a:endParaRPr lang="ru-RU"/>
        </a:p>
      </dgm:t>
    </dgm:pt>
    <dgm:pt modelId="{CA90B57A-C7B1-43B1-A6F2-8A65AC4B7032}" type="pres">
      <dgm:prSet presAssocID="{DDA9F614-BAA6-41D6-9B25-BF9725764DA3}" presName="Name0" presStyleCnt="0">
        <dgm:presLayoutVars>
          <dgm:chMax/>
          <dgm:chPref/>
          <dgm:dir/>
          <dgm:animLvl val="lvl"/>
        </dgm:presLayoutVars>
      </dgm:prSet>
      <dgm:spPr/>
    </dgm:pt>
    <dgm:pt modelId="{DA824363-9C47-48CE-99D6-393C990EC3D2}" type="pres">
      <dgm:prSet presAssocID="{D4F6B4DB-1149-48E2-9E6F-85B77BE68EF7}" presName="composite" presStyleCnt="0"/>
      <dgm:spPr/>
    </dgm:pt>
    <dgm:pt modelId="{67579ED2-92A5-43D7-A630-94A20483AA8A}" type="pres">
      <dgm:prSet presAssocID="{D4F6B4DB-1149-48E2-9E6F-85B77BE68EF7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0DB150-67FC-41B8-925F-913F071F1DB1}" type="pres">
      <dgm:prSet presAssocID="{D4F6B4DB-1149-48E2-9E6F-85B77BE68EF7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4F476D-66E8-4D69-A9E1-3AA91941D831}" type="pres">
      <dgm:prSet presAssocID="{D4F6B4DB-1149-48E2-9E6F-85B77BE68EF7}" presName="BalanceSpacing" presStyleCnt="0"/>
      <dgm:spPr/>
    </dgm:pt>
    <dgm:pt modelId="{33639831-A1D4-419B-9E99-5BA493063358}" type="pres">
      <dgm:prSet presAssocID="{D4F6B4DB-1149-48E2-9E6F-85B77BE68EF7}" presName="BalanceSpacing1" presStyleCnt="0"/>
      <dgm:spPr/>
    </dgm:pt>
    <dgm:pt modelId="{0CE0D2C9-3A30-4A09-A113-915198A054EA}" type="pres">
      <dgm:prSet presAssocID="{22BE6CF9-E152-4E2C-8C53-7774303C33E4}" presName="Accent1Text" presStyleLbl="node1" presStyleIdx="1" presStyleCnt="6" custLinFactNeighborX="-1178" custLinFactNeighborY="2451"/>
      <dgm:spPr/>
    </dgm:pt>
    <dgm:pt modelId="{A863C672-5FC7-4847-981C-71F643E30331}" type="pres">
      <dgm:prSet presAssocID="{22BE6CF9-E152-4E2C-8C53-7774303C33E4}" presName="spaceBetweenRectangles" presStyleCnt="0"/>
      <dgm:spPr/>
    </dgm:pt>
    <dgm:pt modelId="{03C118E4-DC5D-44DD-9E5F-0F8123E479A8}" type="pres">
      <dgm:prSet presAssocID="{CF84FB52-3A67-4C29-9A5D-AADD01C47DFE}" presName="composite" presStyleCnt="0"/>
      <dgm:spPr/>
    </dgm:pt>
    <dgm:pt modelId="{4883D594-724E-4233-9A8D-7AC05A36AA82}" type="pres">
      <dgm:prSet presAssocID="{CF84FB52-3A67-4C29-9A5D-AADD01C47DFE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329CCA-7295-4081-B4C9-D39218405A8F}" type="pres">
      <dgm:prSet presAssocID="{CF84FB52-3A67-4C29-9A5D-AADD01C47DF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797F3A-50AF-4A06-8408-BC64BC2D8D82}" type="pres">
      <dgm:prSet presAssocID="{CF84FB52-3A67-4C29-9A5D-AADD01C47DFE}" presName="BalanceSpacing" presStyleCnt="0"/>
      <dgm:spPr/>
    </dgm:pt>
    <dgm:pt modelId="{C1B74675-7BED-4653-8158-9F39798F3CAA}" type="pres">
      <dgm:prSet presAssocID="{CF84FB52-3A67-4C29-9A5D-AADD01C47DFE}" presName="BalanceSpacing1" presStyleCnt="0"/>
      <dgm:spPr/>
    </dgm:pt>
    <dgm:pt modelId="{429AFF65-27B2-4241-B0F3-EF274000A49E}" type="pres">
      <dgm:prSet presAssocID="{6ECB76A8-98A3-4114-8274-6DD999276CFF}" presName="Accent1Text" presStyleLbl="node1" presStyleIdx="3" presStyleCnt="6" custLinFactNeighborX="-52304" custLinFactNeighborY="86977"/>
      <dgm:spPr/>
      <dgm:t>
        <a:bodyPr/>
        <a:lstStyle/>
        <a:p>
          <a:endParaRPr lang="ru-RU"/>
        </a:p>
      </dgm:t>
    </dgm:pt>
    <dgm:pt modelId="{28A6619C-3402-4D43-ABA4-C72AA845048E}" type="pres">
      <dgm:prSet presAssocID="{6ECB76A8-98A3-4114-8274-6DD999276CFF}" presName="spaceBetweenRectangles" presStyleCnt="0"/>
      <dgm:spPr/>
    </dgm:pt>
    <dgm:pt modelId="{0630ECCF-5D9B-4A86-B9D8-2E622E67A354}" type="pres">
      <dgm:prSet presAssocID="{482055CB-90E0-4C34-8CE8-476F509F72F9}" presName="composite" presStyleCnt="0"/>
      <dgm:spPr/>
    </dgm:pt>
    <dgm:pt modelId="{DABDE21B-DA3D-45A7-9BFF-49805F63F90E}" type="pres">
      <dgm:prSet presAssocID="{482055CB-90E0-4C34-8CE8-476F509F72F9}" presName="Parent1" presStyleLbl="node1" presStyleIdx="4" presStyleCnt="6" custLinFactNeighborX="56137" custLinFactNeighborY="-84880">
        <dgm:presLayoutVars>
          <dgm:chMax val="1"/>
          <dgm:chPref val="1"/>
          <dgm:bulletEnabled val="1"/>
        </dgm:presLayoutVars>
      </dgm:prSet>
      <dgm:spPr/>
    </dgm:pt>
    <dgm:pt modelId="{C824AE10-556E-44DD-BBD3-8860C7A81C97}" type="pres">
      <dgm:prSet presAssocID="{482055CB-90E0-4C34-8CE8-476F509F72F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A64F1E-9835-4D8F-99D3-1D71AD3E69B0}" type="pres">
      <dgm:prSet presAssocID="{482055CB-90E0-4C34-8CE8-476F509F72F9}" presName="BalanceSpacing" presStyleCnt="0"/>
      <dgm:spPr/>
    </dgm:pt>
    <dgm:pt modelId="{7F01FB5E-DAE9-4025-A735-A6F73A47A014}" type="pres">
      <dgm:prSet presAssocID="{482055CB-90E0-4C34-8CE8-476F509F72F9}" presName="BalanceSpacing1" presStyleCnt="0"/>
      <dgm:spPr/>
    </dgm:pt>
    <dgm:pt modelId="{CA3FBDF2-1D68-4476-85E7-1C0A7AE8521E}" type="pres">
      <dgm:prSet presAssocID="{85D3A304-29B5-4F86-9276-260B54941561}" presName="Accent1Text" presStyleLbl="node1" presStyleIdx="5" presStyleCnt="6"/>
      <dgm:spPr/>
    </dgm:pt>
  </dgm:ptLst>
  <dgm:cxnLst>
    <dgm:cxn modelId="{39ADC4F5-5D9F-47FB-80EA-F9F6C0BDDD16}" srcId="{DDA9F614-BAA6-41D6-9B25-BF9725764DA3}" destId="{482055CB-90E0-4C34-8CE8-476F509F72F9}" srcOrd="2" destOrd="0" parTransId="{C6B52B2C-8DC8-4B97-ADB9-849D23D1C5FF}" sibTransId="{85D3A304-29B5-4F86-9276-260B54941561}"/>
    <dgm:cxn modelId="{D1F5B59B-B657-4394-95E0-29C6D7978230}" type="presOf" srcId="{6ECB76A8-98A3-4114-8274-6DD999276CFF}" destId="{429AFF65-27B2-4241-B0F3-EF274000A49E}" srcOrd="0" destOrd="0" presId="urn:microsoft.com/office/officeart/2008/layout/AlternatingHexagons"/>
    <dgm:cxn modelId="{42B23AC3-0EC8-4F1C-A9CB-DBF932C880F3}" type="presOf" srcId="{DDA9F614-BAA6-41D6-9B25-BF9725764DA3}" destId="{CA90B57A-C7B1-43B1-A6F2-8A65AC4B7032}" srcOrd="0" destOrd="0" presId="urn:microsoft.com/office/officeart/2008/layout/AlternatingHexagons"/>
    <dgm:cxn modelId="{8340C01B-C2E1-4C15-814C-825020F6E9B8}" srcId="{DDA9F614-BAA6-41D6-9B25-BF9725764DA3}" destId="{CF84FB52-3A67-4C29-9A5D-AADD01C47DFE}" srcOrd="1" destOrd="0" parTransId="{AA2C3E5C-3AB3-458E-8603-DA946B61B50A}" sibTransId="{6ECB76A8-98A3-4114-8274-6DD999276CFF}"/>
    <dgm:cxn modelId="{0CA9D39C-26C8-4601-8DD8-C78FF8752459}" type="presOf" srcId="{CF84FB52-3A67-4C29-9A5D-AADD01C47DFE}" destId="{4883D594-724E-4233-9A8D-7AC05A36AA82}" srcOrd="0" destOrd="0" presId="urn:microsoft.com/office/officeart/2008/layout/AlternatingHexagons"/>
    <dgm:cxn modelId="{427DFBCE-C9F3-48B2-8EF1-05F7909BA55E}" type="presOf" srcId="{85D3A304-29B5-4F86-9276-260B54941561}" destId="{CA3FBDF2-1D68-4476-85E7-1C0A7AE8521E}" srcOrd="0" destOrd="0" presId="urn:microsoft.com/office/officeart/2008/layout/AlternatingHexagons"/>
    <dgm:cxn modelId="{C73C3161-3A9D-4F6B-8D92-CEB490372252}" srcId="{DDA9F614-BAA6-41D6-9B25-BF9725764DA3}" destId="{D4F6B4DB-1149-48E2-9E6F-85B77BE68EF7}" srcOrd="0" destOrd="0" parTransId="{CA7F3AB6-11F7-41A8-8768-2AA9B74C02C1}" sibTransId="{22BE6CF9-E152-4E2C-8C53-7774303C33E4}"/>
    <dgm:cxn modelId="{41D98D01-46A2-4925-8472-0601C82150A8}" type="presOf" srcId="{22BE6CF9-E152-4E2C-8C53-7774303C33E4}" destId="{0CE0D2C9-3A30-4A09-A113-915198A054EA}" srcOrd="0" destOrd="0" presId="urn:microsoft.com/office/officeart/2008/layout/AlternatingHexagons"/>
    <dgm:cxn modelId="{B46E17A7-DAFA-47E5-9068-9EC31C1261E3}" type="presOf" srcId="{D4F6B4DB-1149-48E2-9E6F-85B77BE68EF7}" destId="{67579ED2-92A5-43D7-A630-94A20483AA8A}" srcOrd="0" destOrd="0" presId="urn:microsoft.com/office/officeart/2008/layout/AlternatingHexagons"/>
    <dgm:cxn modelId="{4E589484-DFBC-403C-BCB5-C68BC56AEA9A}" type="presOf" srcId="{482055CB-90E0-4C34-8CE8-476F509F72F9}" destId="{DABDE21B-DA3D-45A7-9BFF-49805F63F90E}" srcOrd="0" destOrd="0" presId="urn:microsoft.com/office/officeart/2008/layout/AlternatingHexagons"/>
    <dgm:cxn modelId="{64782F77-8B82-48F8-9415-3610946C145D}" type="presParOf" srcId="{CA90B57A-C7B1-43B1-A6F2-8A65AC4B7032}" destId="{DA824363-9C47-48CE-99D6-393C990EC3D2}" srcOrd="0" destOrd="0" presId="urn:microsoft.com/office/officeart/2008/layout/AlternatingHexagons"/>
    <dgm:cxn modelId="{C7F21F06-BC45-46FD-858C-8E06D4B5D3E6}" type="presParOf" srcId="{DA824363-9C47-48CE-99D6-393C990EC3D2}" destId="{67579ED2-92A5-43D7-A630-94A20483AA8A}" srcOrd="0" destOrd="0" presId="urn:microsoft.com/office/officeart/2008/layout/AlternatingHexagons"/>
    <dgm:cxn modelId="{5132A206-8F99-496A-8D27-3792CED70747}" type="presParOf" srcId="{DA824363-9C47-48CE-99D6-393C990EC3D2}" destId="{5B0DB150-67FC-41B8-925F-913F071F1DB1}" srcOrd="1" destOrd="0" presId="urn:microsoft.com/office/officeart/2008/layout/AlternatingHexagons"/>
    <dgm:cxn modelId="{A5DAAD1D-92D3-4A83-8A16-FFD4559FE4ED}" type="presParOf" srcId="{DA824363-9C47-48CE-99D6-393C990EC3D2}" destId="{5B4F476D-66E8-4D69-A9E1-3AA91941D831}" srcOrd="2" destOrd="0" presId="urn:microsoft.com/office/officeart/2008/layout/AlternatingHexagons"/>
    <dgm:cxn modelId="{4B37E24A-AE41-4032-9046-167BB641D84D}" type="presParOf" srcId="{DA824363-9C47-48CE-99D6-393C990EC3D2}" destId="{33639831-A1D4-419B-9E99-5BA493063358}" srcOrd="3" destOrd="0" presId="urn:microsoft.com/office/officeart/2008/layout/AlternatingHexagons"/>
    <dgm:cxn modelId="{A303EF5F-6CBC-4823-9DB1-1421BB74F6E8}" type="presParOf" srcId="{DA824363-9C47-48CE-99D6-393C990EC3D2}" destId="{0CE0D2C9-3A30-4A09-A113-915198A054EA}" srcOrd="4" destOrd="0" presId="urn:microsoft.com/office/officeart/2008/layout/AlternatingHexagons"/>
    <dgm:cxn modelId="{6C368DEB-3B81-4482-ABD2-5CEEE91ABB77}" type="presParOf" srcId="{CA90B57A-C7B1-43B1-A6F2-8A65AC4B7032}" destId="{A863C672-5FC7-4847-981C-71F643E30331}" srcOrd="1" destOrd="0" presId="urn:microsoft.com/office/officeart/2008/layout/AlternatingHexagons"/>
    <dgm:cxn modelId="{22295F4F-032E-439E-8C0A-9897FDB162D6}" type="presParOf" srcId="{CA90B57A-C7B1-43B1-A6F2-8A65AC4B7032}" destId="{03C118E4-DC5D-44DD-9E5F-0F8123E479A8}" srcOrd="2" destOrd="0" presId="urn:microsoft.com/office/officeart/2008/layout/AlternatingHexagons"/>
    <dgm:cxn modelId="{B072CDDF-7DB2-4912-A017-90E580D748A0}" type="presParOf" srcId="{03C118E4-DC5D-44DD-9E5F-0F8123E479A8}" destId="{4883D594-724E-4233-9A8D-7AC05A36AA82}" srcOrd="0" destOrd="0" presId="urn:microsoft.com/office/officeart/2008/layout/AlternatingHexagons"/>
    <dgm:cxn modelId="{1F9F1AD2-D626-4693-BC9B-6741E31CBE1D}" type="presParOf" srcId="{03C118E4-DC5D-44DD-9E5F-0F8123E479A8}" destId="{2A329CCA-7295-4081-B4C9-D39218405A8F}" srcOrd="1" destOrd="0" presId="urn:microsoft.com/office/officeart/2008/layout/AlternatingHexagons"/>
    <dgm:cxn modelId="{400C6C4E-F622-440C-8E5B-57A256C5496D}" type="presParOf" srcId="{03C118E4-DC5D-44DD-9E5F-0F8123E479A8}" destId="{1F797F3A-50AF-4A06-8408-BC64BC2D8D82}" srcOrd="2" destOrd="0" presId="urn:microsoft.com/office/officeart/2008/layout/AlternatingHexagons"/>
    <dgm:cxn modelId="{D35D34C1-8B6A-430E-A8D5-596AE292A2BD}" type="presParOf" srcId="{03C118E4-DC5D-44DD-9E5F-0F8123E479A8}" destId="{C1B74675-7BED-4653-8158-9F39798F3CAA}" srcOrd="3" destOrd="0" presId="urn:microsoft.com/office/officeart/2008/layout/AlternatingHexagons"/>
    <dgm:cxn modelId="{E8374D4A-6028-4194-8D6F-368E6C8DF591}" type="presParOf" srcId="{03C118E4-DC5D-44DD-9E5F-0F8123E479A8}" destId="{429AFF65-27B2-4241-B0F3-EF274000A49E}" srcOrd="4" destOrd="0" presId="urn:microsoft.com/office/officeart/2008/layout/AlternatingHexagons"/>
    <dgm:cxn modelId="{C530002A-0373-4C0F-96F1-5BE2825664DD}" type="presParOf" srcId="{CA90B57A-C7B1-43B1-A6F2-8A65AC4B7032}" destId="{28A6619C-3402-4D43-ABA4-C72AA845048E}" srcOrd="3" destOrd="0" presId="urn:microsoft.com/office/officeart/2008/layout/AlternatingHexagons"/>
    <dgm:cxn modelId="{84EAFC44-5775-4024-8A8A-CF5C47B3A933}" type="presParOf" srcId="{CA90B57A-C7B1-43B1-A6F2-8A65AC4B7032}" destId="{0630ECCF-5D9B-4A86-B9D8-2E622E67A354}" srcOrd="4" destOrd="0" presId="urn:microsoft.com/office/officeart/2008/layout/AlternatingHexagons"/>
    <dgm:cxn modelId="{90CB092A-15EA-4C90-AC55-0F6C92E8008B}" type="presParOf" srcId="{0630ECCF-5D9B-4A86-B9D8-2E622E67A354}" destId="{DABDE21B-DA3D-45A7-9BFF-49805F63F90E}" srcOrd="0" destOrd="0" presId="urn:microsoft.com/office/officeart/2008/layout/AlternatingHexagons"/>
    <dgm:cxn modelId="{6482311E-65DA-4D12-BF52-21414E79E4E2}" type="presParOf" srcId="{0630ECCF-5D9B-4A86-B9D8-2E622E67A354}" destId="{C824AE10-556E-44DD-BBD3-8860C7A81C97}" srcOrd="1" destOrd="0" presId="urn:microsoft.com/office/officeart/2008/layout/AlternatingHexagons"/>
    <dgm:cxn modelId="{46C8778B-0220-4132-AF43-C293114DACF1}" type="presParOf" srcId="{0630ECCF-5D9B-4A86-B9D8-2E622E67A354}" destId="{0DA64F1E-9835-4D8F-99D3-1D71AD3E69B0}" srcOrd="2" destOrd="0" presId="urn:microsoft.com/office/officeart/2008/layout/AlternatingHexagons"/>
    <dgm:cxn modelId="{C835B29C-1FE4-4AD0-9254-959771129F5A}" type="presParOf" srcId="{0630ECCF-5D9B-4A86-B9D8-2E622E67A354}" destId="{7F01FB5E-DAE9-4025-A735-A6F73A47A014}" srcOrd="3" destOrd="0" presId="urn:microsoft.com/office/officeart/2008/layout/AlternatingHexagons"/>
    <dgm:cxn modelId="{5F416CCC-CB32-4BD6-AC69-037A0553C397}" type="presParOf" srcId="{0630ECCF-5D9B-4A86-B9D8-2E622E67A354}" destId="{CA3FBDF2-1D68-4476-85E7-1C0A7AE8521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79ED2-92A5-43D7-A630-94A20483AA8A}">
      <dsp:nvSpPr>
        <dsp:cNvPr id="0" name=""/>
        <dsp:cNvSpPr/>
      </dsp:nvSpPr>
      <dsp:spPr>
        <a:xfrm rot="5400000">
          <a:off x="2652248" y="104978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rgbClr val="434965"/>
              </a:solidFill>
            </a:rPr>
            <a:t>Photoshop</a:t>
          </a:r>
          <a:endParaRPr lang="ru-RU" sz="1400" kern="1200" dirty="0">
            <a:solidFill>
              <a:srgbClr val="434965"/>
            </a:solidFill>
          </a:endParaRPr>
        </a:p>
      </dsp:txBody>
      <dsp:txXfrm rot="-5400000">
        <a:off x="2973353" y="250395"/>
        <a:ext cx="958710" cy="1101966"/>
      </dsp:txXfrm>
    </dsp:sp>
    <dsp:sp modelId="{5B0DB150-67FC-41B8-925F-913F071F1DB1}">
      <dsp:nvSpPr>
        <dsp:cNvPr id="0" name=""/>
        <dsp:cNvSpPr/>
      </dsp:nvSpPr>
      <dsp:spPr>
        <a:xfrm>
          <a:off x="4191373" y="321103"/>
          <a:ext cx="1786626" cy="96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E0D2C9-3A30-4A09-A113-915198A054EA}">
      <dsp:nvSpPr>
        <dsp:cNvPr id="0" name=""/>
        <dsp:cNvSpPr/>
      </dsp:nvSpPr>
      <dsp:spPr>
        <a:xfrm rot="5400000">
          <a:off x="1131617" y="144217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1452722" y="289634"/>
        <a:ext cx="958710" cy="1101966"/>
      </dsp:txXfrm>
    </dsp:sp>
    <dsp:sp modelId="{4883D594-724E-4233-9A8D-7AC05A36AA82}">
      <dsp:nvSpPr>
        <dsp:cNvPr id="0" name=""/>
        <dsp:cNvSpPr/>
      </dsp:nvSpPr>
      <dsp:spPr>
        <a:xfrm rot="5400000">
          <a:off x="1897254" y="1463839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solidFill>
                <a:srgbClr val="434965"/>
              </a:solidFill>
            </a:rPr>
            <a:t>Инструменты </a:t>
          </a:r>
          <a:r>
            <a:rPr lang="en-US" sz="1400" kern="1200" dirty="0" smtClean="0">
              <a:solidFill>
                <a:srgbClr val="434965"/>
              </a:solidFill>
            </a:rPr>
            <a:t>Photoshop</a:t>
          </a:r>
          <a:endParaRPr lang="ru-RU" sz="1400" kern="1200" dirty="0">
            <a:solidFill>
              <a:srgbClr val="434965"/>
            </a:solidFill>
          </a:endParaRPr>
        </a:p>
      </dsp:txBody>
      <dsp:txXfrm rot="-5400000">
        <a:off x="2218359" y="1609256"/>
        <a:ext cx="958710" cy="1101966"/>
      </dsp:txXfrm>
    </dsp:sp>
    <dsp:sp modelId="{2A329CCA-7295-4081-B4C9-D39218405A8F}">
      <dsp:nvSpPr>
        <dsp:cNvPr id="0" name=""/>
        <dsp:cNvSpPr/>
      </dsp:nvSpPr>
      <dsp:spPr>
        <a:xfrm>
          <a:off x="214687" y="1679963"/>
          <a:ext cx="1728993" cy="96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AFF65-27B2-4241-B0F3-EF274000A49E}">
      <dsp:nvSpPr>
        <dsp:cNvPr id="0" name=""/>
        <dsp:cNvSpPr/>
      </dsp:nvSpPr>
      <dsp:spPr>
        <a:xfrm rot="5400000">
          <a:off x="2672989" y="2823619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solidFill>
                <a:srgbClr val="434965"/>
              </a:solidFill>
            </a:rPr>
            <a:t>Альтернативы</a:t>
          </a:r>
          <a:endParaRPr lang="ru-RU" sz="1400" kern="1200" dirty="0"/>
        </a:p>
      </dsp:txBody>
      <dsp:txXfrm rot="-5400000">
        <a:off x="2994094" y="2969036"/>
        <a:ext cx="958710" cy="1101966"/>
      </dsp:txXfrm>
    </dsp:sp>
    <dsp:sp modelId="{DABDE21B-DA3D-45A7-9BFF-49805F63F90E}">
      <dsp:nvSpPr>
        <dsp:cNvPr id="0" name=""/>
        <dsp:cNvSpPr/>
      </dsp:nvSpPr>
      <dsp:spPr>
        <a:xfrm rot="5400000">
          <a:off x="3434125" y="1463839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lvl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100" kern="1200" dirty="0">
            <a:solidFill>
              <a:srgbClr val="434965"/>
            </a:solidFill>
          </a:endParaRPr>
        </a:p>
      </dsp:txBody>
      <dsp:txXfrm rot="-5400000">
        <a:off x="3755230" y="1609256"/>
        <a:ext cx="958710" cy="1101966"/>
      </dsp:txXfrm>
    </dsp:sp>
    <dsp:sp modelId="{C824AE10-556E-44DD-BBD3-8860C7A81C97}">
      <dsp:nvSpPr>
        <dsp:cNvPr id="0" name=""/>
        <dsp:cNvSpPr/>
      </dsp:nvSpPr>
      <dsp:spPr>
        <a:xfrm>
          <a:off x="4191373" y="3038824"/>
          <a:ext cx="1786626" cy="96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3FBDF2-1D68-4476-85E7-1C0A7AE8521E}">
      <dsp:nvSpPr>
        <dsp:cNvPr id="0" name=""/>
        <dsp:cNvSpPr/>
      </dsp:nvSpPr>
      <dsp:spPr>
        <a:xfrm rot="5400000">
          <a:off x="1148024" y="2822700"/>
          <a:ext cx="1600920" cy="1392800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1469129" y="2968117"/>
        <a:ext cx="958710" cy="1101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03.03.2021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90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11960" y="4437112"/>
            <a:ext cx="5076056" cy="1728192"/>
          </a:xfrm>
        </p:spPr>
        <p:txBody>
          <a:bodyPr/>
          <a:lstStyle>
            <a:lvl1pPr>
              <a:defRPr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"/>
          <p:cNvSpPr>
            <a:spLocks noGrp="1"/>
          </p:cNvSpPr>
          <p:nvPr>
            <p:ph idx="1"/>
          </p:nvPr>
        </p:nvSpPr>
        <p:spPr>
          <a:xfrm>
            <a:off x="179512" y="2132856"/>
            <a:ext cx="8712968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11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12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2195736" y="267964"/>
            <a:ext cx="6624736" cy="1360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5536" y="1999381"/>
            <a:ext cx="4248472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accent2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16016" y="1999381"/>
            <a:ext cx="4248472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accent2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accent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accent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28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4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20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2000">
                <a:solidFill>
                  <a:schemeClr val="accent2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736" y="267964"/>
            <a:ext cx="6624736" cy="1360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9512" y="2132856"/>
            <a:ext cx="8712968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434965"/>
                </a:solidFill>
              </a:rPr>
              <a:t>Photoshop</a:t>
            </a:r>
            <a:endParaRPr lang="ru-RU" sz="5400" b="1" dirty="0">
              <a:solidFill>
                <a:srgbClr val="4349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434965"/>
                </a:solidFill>
              </a:rPr>
              <a:t>Темы презентации</a:t>
            </a:r>
            <a:endParaRPr lang="ru-RU" b="1" dirty="0">
              <a:solidFill>
                <a:srgbClr val="434965"/>
              </a:solidFill>
            </a:endParaRPr>
          </a:p>
        </p:txBody>
      </p:sp>
      <p:sp>
        <p:nvSpPr>
          <p:cNvPr id="6" name="Text Box 255"/>
          <p:cNvSpPr txBox="1">
            <a:spLocks noChangeArrowheads="1"/>
          </p:cNvSpPr>
          <p:nvPr/>
        </p:nvSpPr>
        <p:spPr bwMode="gray">
          <a:xfrm>
            <a:off x="2072471" y="481654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13" name="Text Box 262"/>
          <p:cNvSpPr txBox="1">
            <a:spLocks noChangeArrowheads="1"/>
          </p:cNvSpPr>
          <p:nvPr/>
        </p:nvSpPr>
        <p:spPr bwMode="gray">
          <a:xfrm>
            <a:off x="2072471" y="314014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16" name="Text Box 265"/>
          <p:cNvSpPr txBox="1">
            <a:spLocks noChangeArrowheads="1"/>
          </p:cNvSpPr>
          <p:nvPr/>
        </p:nvSpPr>
        <p:spPr bwMode="gray">
          <a:xfrm>
            <a:off x="2072471" y="397834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19" name="Text Box 268"/>
          <p:cNvSpPr txBox="1">
            <a:spLocks noChangeArrowheads="1"/>
          </p:cNvSpPr>
          <p:nvPr/>
        </p:nvSpPr>
        <p:spPr bwMode="gray">
          <a:xfrm>
            <a:off x="2072471" y="5676970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5</a:t>
            </a:r>
          </a:p>
        </p:txBody>
      </p:sp>
      <p:graphicFrame>
        <p:nvGraphicFramePr>
          <p:cNvPr id="28" name="Схема 27"/>
          <p:cNvGraphicFramePr/>
          <p:nvPr>
            <p:extLst>
              <p:ext uri="{D42A27DB-BD31-4B8C-83A1-F6EECF244321}">
                <p14:modId xmlns:p14="http://schemas.microsoft.com/office/powerpoint/2010/main" val="1309394496"/>
              </p:ext>
            </p:extLst>
          </p:nvPr>
        </p:nvGraphicFramePr>
        <p:xfrm>
          <a:off x="1691680" y="2060848"/>
          <a:ext cx="6192688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" name="Рисунок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659155"/>
            <a:ext cx="1069132" cy="697260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36096" y="3900325"/>
            <a:ext cx="803710" cy="602783"/>
          </a:xfrm>
          <a:prstGeom prst="rect">
            <a:avLst/>
          </a:prstGeom>
          <a:scene3d>
            <a:camera prst="orthographicFront">
              <a:rot lat="0" lon="0" rev="20999999"/>
            </a:camera>
            <a:lightRig rig="threePt" dir="t"/>
          </a:scene3d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128" y="4947137"/>
            <a:ext cx="687569" cy="570095"/>
          </a:xfrm>
          <a:prstGeom prst="rect">
            <a:avLst/>
          </a:prstGeom>
          <a:scene3d>
            <a:camera prst="orthographicFront">
              <a:rot lat="0" lon="0" rev="20400000"/>
            </a:camera>
            <a:lightRig rig="threePt" dir="t"/>
          </a:scene3d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4053">
            <a:off x="3460219" y="5592198"/>
            <a:ext cx="498669" cy="266326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17344">
            <a:off x="3018479" y="5199422"/>
            <a:ext cx="719182" cy="3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2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2420888"/>
            <a:ext cx="8064896" cy="3456384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000" b="1" u="sng" dirty="0" smtClean="0">
                <a:solidFill>
                  <a:srgbClr val="373C53"/>
                </a:solidFill>
              </a:rPr>
              <a:t>Photoshop</a:t>
            </a:r>
            <a:r>
              <a:rPr lang="en-US" sz="4000" dirty="0" smtClean="0">
                <a:solidFill>
                  <a:srgbClr val="373C53"/>
                </a:solidFill>
              </a:rPr>
              <a:t> - </a:t>
            </a:r>
            <a:r>
              <a:rPr lang="ru-RU" sz="4000" dirty="0">
                <a:solidFill>
                  <a:srgbClr val="373C53"/>
                </a:solidFill>
              </a:rPr>
              <a:t>это многофункциональный редактор, </a:t>
            </a:r>
            <a:r>
              <a:rPr lang="ru-RU" sz="4000" dirty="0" smtClean="0">
                <a:solidFill>
                  <a:srgbClr val="373C53"/>
                </a:solidFill>
              </a:rPr>
              <a:t>для редактирования изображений </a:t>
            </a:r>
            <a:r>
              <a:rPr lang="ru-RU" sz="4000" dirty="0">
                <a:solidFill>
                  <a:srgbClr val="373C53"/>
                </a:solidFill>
              </a:rPr>
              <a:t>и </a:t>
            </a:r>
            <a:r>
              <a:rPr lang="ru-RU" sz="4000" dirty="0" smtClean="0">
                <a:solidFill>
                  <a:srgbClr val="373C53"/>
                </a:solidFill>
              </a:rPr>
              <a:t>видеофайлов.</a:t>
            </a:r>
            <a:endParaRPr lang="ru-RU" sz="4000" dirty="0">
              <a:solidFill>
                <a:srgbClr val="373C53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373C53"/>
                </a:solidFill>
              </a:rPr>
              <a:t>Photoshop</a:t>
            </a:r>
            <a:endParaRPr lang="ru-RU" sz="5400" b="1" dirty="0">
              <a:solidFill>
                <a:srgbClr val="373C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179512" y="2132856"/>
            <a:ext cx="4536504" cy="3384376"/>
          </a:xfrm>
        </p:spPr>
        <p:txBody>
          <a:bodyPr>
            <a:noAutofit/>
          </a:bodyPr>
          <a:lstStyle/>
          <a:p>
            <a:pPr marL="0" indent="457200">
              <a:lnSpc>
                <a:spcPct val="125000"/>
              </a:lnSpc>
              <a:buNone/>
            </a:pPr>
            <a:r>
              <a:rPr lang="ru-RU" sz="2800" dirty="0" smtClean="0">
                <a:solidFill>
                  <a:srgbClr val="373C53"/>
                </a:solidFill>
              </a:rPr>
              <a:t>Первая </a:t>
            </a:r>
            <a:r>
              <a:rPr lang="ru-RU" sz="2800" dirty="0">
                <a:solidFill>
                  <a:srgbClr val="373C53"/>
                </a:solidFill>
              </a:rPr>
              <a:t>версия появилась в 1987 году. Её создал студент </a:t>
            </a:r>
            <a:r>
              <a:rPr lang="ru-RU" sz="2800" dirty="0" err="1">
                <a:solidFill>
                  <a:srgbClr val="373C53"/>
                </a:solidFill>
              </a:rPr>
              <a:t>Мичиганского</a:t>
            </a:r>
            <a:r>
              <a:rPr lang="ru-RU" sz="2800" dirty="0">
                <a:solidFill>
                  <a:srgbClr val="373C53"/>
                </a:solidFill>
              </a:rPr>
              <a:t> университета Томас </a:t>
            </a:r>
            <a:r>
              <a:rPr lang="ru-RU" sz="2800" dirty="0" err="1">
                <a:solidFill>
                  <a:srgbClr val="373C53"/>
                </a:solidFill>
              </a:rPr>
              <a:t>Нолл</a:t>
            </a:r>
            <a:r>
              <a:rPr lang="ru-RU" sz="2800" dirty="0">
                <a:solidFill>
                  <a:srgbClr val="373C53"/>
                </a:solidFill>
              </a:rPr>
              <a:t> для </a:t>
            </a:r>
            <a:r>
              <a:rPr lang="ru-RU" sz="2800" dirty="0" err="1" smtClean="0">
                <a:solidFill>
                  <a:srgbClr val="373C53"/>
                </a:solidFill>
              </a:rPr>
              <a:t>Macintosh</a:t>
            </a:r>
            <a:r>
              <a:rPr lang="ru-RU" sz="2800" dirty="0">
                <a:solidFill>
                  <a:srgbClr val="373C53"/>
                </a:solidFill>
              </a:rPr>
              <a:t>. </a:t>
            </a:r>
            <a:r>
              <a:rPr lang="ru-RU" sz="2800" dirty="0">
                <a:solidFill>
                  <a:srgbClr val="373C53"/>
                </a:solidFill>
              </a:rPr>
              <a:t>Он назвал её </a:t>
            </a:r>
            <a:r>
              <a:rPr lang="ru-RU" sz="2800" dirty="0" err="1">
                <a:solidFill>
                  <a:srgbClr val="373C53"/>
                </a:solidFill>
              </a:rPr>
              <a:t>Display</a:t>
            </a:r>
            <a:r>
              <a:rPr lang="ru-RU" sz="2800" dirty="0">
                <a:solidFill>
                  <a:srgbClr val="373C53"/>
                </a:solidFill>
              </a:rPr>
              <a:t>, но в 1988 году переименовал в </a:t>
            </a:r>
            <a:r>
              <a:rPr lang="ru-RU" sz="2800" dirty="0" err="1">
                <a:solidFill>
                  <a:srgbClr val="373C53"/>
                </a:solidFill>
              </a:rPr>
              <a:t>ImagePro</a:t>
            </a:r>
            <a:r>
              <a:rPr lang="ru-RU" sz="2800" dirty="0">
                <a:solidFill>
                  <a:srgbClr val="373C53"/>
                </a:solidFill>
              </a:rPr>
              <a:t>.</a:t>
            </a:r>
            <a:endParaRPr lang="ru-RU" sz="2800" dirty="0">
              <a:solidFill>
                <a:srgbClr val="373C5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5400" b="1" dirty="0">
                <a:solidFill>
                  <a:srgbClr val="373C53"/>
                </a:solidFill>
              </a:rPr>
              <a:t>Photoshop</a:t>
            </a:r>
            <a:endParaRPr lang="ru-RU" sz="5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783072"/>
            <a:ext cx="3898550" cy="3867919"/>
          </a:xfrm>
          <a:prstGeom prst="rect">
            <a:avLst/>
          </a:prstGeom>
          <a:scene3d>
            <a:camera prst="perspectiveHeroicExtremeLeftFacing">
              <a:rot lat="425555" lon="1161733" rev="21304854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4647">
            <a:off x="5537748" y="2604631"/>
            <a:ext cx="2946789" cy="2873119"/>
          </a:xfrm>
          <a:effectLst>
            <a:outerShdw blurRad="50800" dist="50800" dir="21540000" sx="103000" sy="103000" algn="ctr" rotWithShape="0">
              <a:srgbClr val="000000"/>
            </a:outerShdw>
          </a:effec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73C53"/>
                </a:solidFill>
              </a:rPr>
              <a:t>Photoshop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55576" y="2636912"/>
            <a:ext cx="38164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dirty="0"/>
              <a:t>В сентябре 1988 года </a:t>
            </a:r>
            <a:r>
              <a:rPr lang="ru-RU" sz="2400" dirty="0" err="1"/>
              <a:t>Adobe</a:t>
            </a:r>
            <a:r>
              <a:rPr lang="ru-RU" sz="2400" dirty="0"/>
              <a:t> </a:t>
            </a:r>
            <a:r>
              <a:rPr lang="ru-RU" sz="2400" dirty="0" err="1"/>
              <a:t>Systems</a:t>
            </a:r>
            <a:r>
              <a:rPr lang="ru-RU" sz="2400" dirty="0"/>
              <a:t> купила права на программу, оставив разработчиком Томаса </a:t>
            </a:r>
            <a:r>
              <a:rPr lang="ru-RU" sz="2400" dirty="0" err="1"/>
              <a:t>Нолла</a:t>
            </a:r>
            <a:r>
              <a:rPr lang="ru-RU" sz="2400" dirty="0"/>
              <a:t>, а в 1989 году программу переименовали в </a:t>
            </a:r>
            <a:r>
              <a:rPr lang="ru-RU" sz="2400" dirty="0" err="1" smtClean="0"/>
              <a:t>Photoshop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9958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Раздел для выделения участков или фрагментов;</a:t>
            </a:r>
          </a:p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Раздел для кадрирования (обрезки) изображений;</a:t>
            </a:r>
          </a:p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Раздел для ретуши;</a:t>
            </a:r>
          </a:p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Раздел для рисования;</a:t>
            </a:r>
          </a:p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Векторные инструменты (фигуры и текст);</a:t>
            </a:r>
          </a:p>
          <a:p>
            <a:pPr fontAlgn="base">
              <a:lnSpc>
                <a:spcPct val="135000"/>
              </a:lnSpc>
            </a:pPr>
            <a:r>
              <a:rPr lang="ru-RU" dirty="0">
                <a:solidFill>
                  <a:srgbClr val="373C53"/>
                </a:solidFill>
              </a:rPr>
              <a:t>Вспомогательные инструменты.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59832" y="620688"/>
            <a:ext cx="5944350" cy="1296144"/>
          </a:xfrm>
        </p:spPr>
        <p:txBody>
          <a:bodyPr>
            <a:normAutofit fontScale="90000"/>
          </a:bodyPr>
          <a:lstStyle/>
          <a:p>
            <a:pPr lvl="0"/>
            <a:r>
              <a:rPr lang="ru-RU" sz="6000" dirty="0">
                <a:solidFill>
                  <a:srgbClr val="434965"/>
                </a:solidFill>
              </a:rPr>
              <a:t>Инструменты </a:t>
            </a:r>
            <a:r>
              <a:rPr lang="en-US" sz="6000" dirty="0">
                <a:solidFill>
                  <a:srgbClr val="434965"/>
                </a:solidFill>
              </a:rPr>
              <a:t>Photoshop</a:t>
            </a:r>
            <a:r>
              <a:rPr lang="ru-RU" dirty="0">
                <a:solidFill>
                  <a:srgbClr val="434965"/>
                </a:solidFill>
              </a:rPr>
              <a:t/>
            </a:r>
            <a:br>
              <a:rPr lang="ru-RU" dirty="0">
                <a:solidFill>
                  <a:srgbClr val="434965"/>
                </a:solidFill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957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9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ec04dde58691ab4a1dfe69037857d994735da8"/>
</p:tagLst>
</file>

<file path=ppt/theme/theme1.xml><?xml version="1.0" encoding="utf-8"?>
<a:theme xmlns:a="http://schemas.openxmlformats.org/drawingml/2006/main" name="Тема Office">
  <a:themeElements>
    <a:clrScheme name="Составная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118</Words>
  <Application>Microsoft Office PowerPoint</Application>
  <PresentationFormat>Экран (4:3)</PresentationFormat>
  <Paragraphs>24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Photoshop</vt:lpstr>
      <vt:lpstr>Темы презентации</vt:lpstr>
      <vt:lpstr>Photoshop</vt:lpstr>
      <vt:lpstr>Photoshop</vt:lpstr>
      <vt:lpstr>Photoshop</vt:lpstr>
      <vt:lpstr>Инструменты Photoshop </vt:lpstr>
      <vt:lpstr>Презентация PowerPoint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Геометрическая инфографика</dc:title>
  <dc:creator>obstinate</dc:creator>
  <dc:description>Шаблон презентации с сайта https://presentation-creation.ru/</dc:description>
  <cp:lastModifiedBy>Волков</cp:lastModifiedBy>
  <cp:revision>448</cp:revision>
  <dcterms:created xsi:type="dcterms:W3CDTF">2018-02-25T09:09:03Z</dcterms:created>
  <dcterms:modified xsi:type="dcterms:W3CDTF">2021-03-03T08:31:56Z</dcterms:modified>
</cp:coreProperties>
</file>